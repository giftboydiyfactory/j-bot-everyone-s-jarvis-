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914400"/>
            <a:ext cx="1005840" cy="10058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8229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J-Bot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Engineering Team, Managed Through Teams Chat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+ Workers architecture. One chat to rule them all.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Interconnect Shanghai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3200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managing AI coding tools is harder than it should be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1417320"/>
          </a:xfrm>
          <a:prstGeom prst="rect">
            <a:avLst/>
          </a:prstGeom>
          <a:solidFill>
            <a:srgbClr val="1E2A4A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463040"/>
            <a:ext cx="54864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juggle terminal, IDE, and Teams — each AI task pulls you out of your workflow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14800" cy="1417320"/>
          </a:xfrm>
          <a:prstGeom prst="rect">
            <a:avLst/>
          </a:prstGeom>
          <a:solidFill>
            <a:srgbClr val="1E2A4A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09160" y="1463040"/>
            <a:ext cx="54864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4632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58968" y="1554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Results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58968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stays locked in one terminal session — your team never sees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14800" cy="1417320"/>
          </a:xfrm>
          <a:prstGeom prst="rect">
            <a:avLst/>
          </a:prstGeom>
          <a:solidFill>
            <a:srgbClr val="1E2A4A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0040" y="3017520"/>
            <a:ext cx="54864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9848" y="3108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Parallelism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34747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 — you cannot run multiple AI coding tasks simultaneously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14800" cy="1417320"/>
          </a:xfrm>
          <a:prstGeom prst="rect">
            <a:avLst/>
          </a:prstGeom>
          <a:solidFill>
            <a:srgbClr val="1E2A4A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54864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4632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💭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58968" y="3108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Team Visibility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58968" y="34747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what AI is working on, what it costs, or when it finishes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J-Bot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97280" y="1234440"/>
            <a:ext cx="694944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344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+ Workers team in your Teams group chat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Manager. It delegates to Workers. Each Worker is a full Claude Code instance.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2743200" cy="1920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" y="283464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+ Workers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Manager coordinates up to 5 Workers — like a real engineering team.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834640"/>
            <a:ext cx="2743200" cy="1920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27832" y="283464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27832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64992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Workspaces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64992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gets its own chat thread — isolated context per task.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35624" y="2834640"/>
            <a:ext cx="2743200" cy="1920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35624" y="283464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35624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72784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Visibility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2784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group chat sees task progress and results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 + Workers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41732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463040"/>
            <a:ext cx="256032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0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1005840"/>
            <a:ext cx="141732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93392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1463040"/>
            <a:ext cx="256032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02152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66744" y="1005840"/>
            <a:ext cx="1417320" cy="9144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66744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(Team Lead)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84064" y="1463040"/>
            <a:ext cx="256032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75504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0096" y="1005840"/>
            <a:ext cx="1417320" cy="914400"/>
          </a:xfrm>
          <a:prstGeom prst="rect">
            <a:avLst/>
          </a:prstGeom>
          <a:solidFill>
            <a:srgbClr val="005599"/>
          </a:solidFill>
          <a:ln w="12700">
            <a:solidFill>
              <a:srgbClr val="00559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40096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Devs)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57416" y="1463040"/>
            <a:ext cx="256032" cy="0"/>
          </a:xfrm>
          <a:prstGeom prst="line">
            <a:avLst/>
          </a:prstGeom>
          <a:noFill/>
          <a:ln w="254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48856" y="13258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13448" y="1005840"/>
            <a:ext cx="141732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13448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212848"/>
            <a:ext cx="4160520" cy="2606040"/>
          </a:xfrm>
          <a:prstGeom prst="rect">
            <a:avLst/>
          </a:prstGeom>
          <a:solidFill>
            <a:srgbClr val="1E2A4A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0040" y="2212848"/>
            <a:ext cx="4160520" cy="384048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20040" y="22128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 (Team Lead)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26517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your single point of contact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full conversation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delegates tasks to Workers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role-based access (admin vs member)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per-worker costs and budgets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114800" cy="2606040"/>
          </a:xfrm>
          <a:prstGeom prst="rect">
            <a:avLst/>
          </a:prstGeom>
          <a:solidFill>
            <a:srgbClr val="1E2A4A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4114800" cy="384048"/>
          </a:xfrm>
          <a:prstGeom prst="rect">
            <a:avLst/>
          </a:prstGeom>
          <a:solidFill>
            <a:srgbClr val="005599"/>
          </a:solidFill>
          <a:ln w="12700">
            <a:solidFill>
              <a:srgbClr val="00559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09160" y="22128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 (AI Developers)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2651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is a full Claude Code instance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running in parallel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gets a dedicated Session Chat workspace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heartbeat progress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on demand, tear down on completion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Capabilities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743200" cy="16916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82880" y="105156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18872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 center — one Teams group chat to manage everything.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50208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remembers every interaction, decision, and context.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743200" cy="16916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55080" y="118872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67728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AI developers working simultaneously on different tasks.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2971800"/>
            <a:ext cx="2743200" cy="16916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82880" y="297180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0040" y="310896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30815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each Worker is doing with 60-second heartbeat updates.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37560" y="310896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375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50208" y="30815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3756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member permissions — control who can trigger what.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971800"/>
            <a:ext cx="2743200" cy="16916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217920" y="2971800"/>
            <a:ext cx="27432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67728" y="30815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5508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budget visibility and USD cost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02920" cy="5029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1005840"/>
            <a:ext cx="7955280" cy="694944"/>
          </a:xfrm>
          <a:prstGeom prst="rect">
            <a:avLst/>
          </a:prstGeom>
          <a:solidFill>
            <a:srgbClr val="1E2A4A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005840"/>
            <a:ext cx="64008" cy="6949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4300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message the Manager 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"@jbot review auth module and update API docs"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0" cy="237744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" y="1810512"/>
            <a:ext cx="502920" cy="50292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1810512"/>
            <a:ext cx="7955280" cy="694944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1810512"/>
            <a:ext cx="64008" cy="69494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1856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analyzes &amp; delegates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1579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request into tasks, assigns each to a Worker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313432"/>
            <a:ext cx="0" cy="237744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0040" y="2615184"/>
            <a:ext cx="502920" cy="502920"/>
          </a:xfrm>
          <a:prstGeom prst="ellipse">
            <a:avLst/>
          </a:prstGeom>
          <a:solidFill>
            <a:srgbClr val="005599"/>
          </a:solidFill>
          <a:ln w="12700">
            <a:solidFill>
              <a:srgbClr val="00559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2615184"/>
            <a:ext cx="7955280" cy="694944"/>
          </a:xfrm>
          <a:prstGeom prst="rect">
            <a:avLst/>
          </a:prstGeom>
          <a:solidFill>
            <a:srgbClr val="1E2A4A"/>
          </a:solidFill>
          <a:ln w="12700">
            <a:solidFill>
              <a:srgbClr val="005599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60120" y="2615184"/>
            <a:ext cx="64008" cy="694944"/>
          </a:xfrm>
          <a:prstGeom prst="rect">
            <a:avLst/>
          </a:prstGeom>
          <a:solidFill>
            <a:srgbClr val="005599"/>
          </a:solidFill>
          <a:ln w="12700">
            <a:solidFill>
              <a:srgbClr val="00559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43000" y="2660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spawn in parallel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96265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gets a dedicated Session Chat as its workspace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118104"/>
            <a:ext cx="0" cy="237744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0040" y="3419856"/>
            <a:ext cx="502920" cy="502920"/>
          </a:xfrm>
          <a:prstGeom prst="ellipse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2004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0120" y="3419856"/>
            <a:ext cx="7955280" cy="694944"/>
          </a:xfrm>
          <a:prstGeom prst="rect">
            <a:avLst/>
          </a:prstGeom>
          <a:solidFill>
            <a:srgbClr val="1E2A4A"/>
          </a:solidFill>
          <a:ln w="12700">
            <a:solidFill>
              <a:srgbClr val="00662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0120" y="3419856"/>
            <a:ext cx="64008" cy="694944"/>
          </a:xfrm>
          <a:prstGeom prst="rect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3000" y="3465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in Session Chats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37673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posts heartbeat updates every 60 seconds to its chat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3922776"/>
            <a:ext cx="0" cy="237744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20040" y="4224528"/>
            <a:ext cx="502920" cy="502920"/>
          </a:xfrm>
          <a:prstGeom prst="ellipse">
            <a:avLst/>
          </a:prstGeom>
          <a:solidFill>
            <a:srgbClr val="4A7300"/>
          </a:solidFill>
          <a:ln w="12700">
            <a:solidFill>
              <a:srgbClr val="4A73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00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0120" y="4224528"/>
            <a:ext cx="7955280" cy="694944"/>
          </a:xfrm>
          <a:prstGeom prst="rect">
            <a:avLst/>
          </a:prstGeom>
          <a:solidFill>
            <a:srgbClr val="1E2A4A"/>
          </a:solidFill>
          <a:ln w="12700">
            <a:solidFill>
              <a:srgbClr val="4A730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60120" y="4224528"/>
            <a:ext cx="64008" cy="694944"/>
          </a:xfrm>
          <a:prstGeom prst="rect">
            <a:avLst/>
          </a:prstGeom>
          <a:solidFill>
            <a:srgbClr val="4A7300"/>
          </a:solidFill>
          <a:ln w="12700">
            <a:solidFill>
              <a:srgbClr val="4A730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43000" y="4270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 back to Manager Chat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45720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aggregates Worker results and delivers the final summary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 Your AI Team Do?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749040"/>
          </a:xfrm>
          <a:prstGeom prst="rect">
            <a:avLst/>
          </a:prstGeom>
          <a:solidFill>
            <a:srgbClr val="1E2A4A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097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7007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multiple repos at once in parallel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+ code review simultaneously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944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exploration across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9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quality reports while you keep working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1513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4187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Cross-repo pattern search and analysis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4023360" cy="374904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4023360" cy="438912"/>
          </a:xfrm>
          <a:prstGeom prst="rect">
            <a:avLst/>
          </a:prstGeom>
          <a:solidFill>
            <a:srgbClr val="005599"/>
          </a:solidFill>
          <a:ln w="12700">
            <a:solidFill>
              <a:srgbClr val="00559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1097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Execution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1664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68112" y="17007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while writing docs — in parallel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68112" y="23225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docs across multiple projects at once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907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68112" y="2944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CI pipelines while refactoring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529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8112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dependencies across services simultaneously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1513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68112" y="4187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multi-repo changes with one command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in 3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685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7818120" cy="1115568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 ~/.niuma/config.yaml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938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Teams chat IDs (group &amp; DM)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max_workers (default: 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your project working directories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07592"/>
            <a:ext cx="3931920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1325880"/>
            <a:ext cx="365760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chat_ids: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your-group-chat-id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max_workers: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496312"/>
            <a:ext cx="685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051560" y="2496312"/>
            <a:ext cx="7818120" cy="1115568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887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Teams &amp; Claude CLIs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teams-cli auth login  to connect Teams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claude  and complete the auth 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 jbot --check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9464"/>
            <a:ext cx="3931920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92040" y="2587752"/>
            <a:ext cx="365760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teams-cli auth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jbot --check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758184"/>
            <a:ext cx="685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051560" y="3758184"/>
            <a:ext cx="7818120" cy="1115568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88720" y="3822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J-Bot and chat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462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bash scripts/start.sh  to launch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Teams chat and type  @jbot hello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J-Bot will respond and confirm it’s ready. Note: the trigger word @jbot is configurable via bot.trigger in config.yaml.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31336"/>
            <a:ext cx="3931920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92040" y="3849624"/>
            <a:ext cx="365760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scripts/start.sh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in Teams: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@jbot hello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&amp; Contact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331720" cy="86868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Multi-directory Manager Sessions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39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Manager instances across working directories (TODO in code)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600200"/>
            <a:ext cx="2331720" cy="86868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71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391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recurring tasks on a schedule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2331720" cy="86868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679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Scoped Manager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044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 per project working directory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2606040"/>
            <a:ext cx="2331720" cy="868680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9718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2679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Cost Budgeting &amp; Alerts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044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 with configurable budget limits &amp; Slack/Teams alerts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051560"/>
            <a:ext cx="0" cy="3840480"/>
          </a:xfrm>
          <a:prstGeom prst="line">
            <a:avLst/>
          </a:prstGeom>
          <a:noFill/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0" y="1600200"/>
            <a:ext cx="3154680" cy="1234440"/>
          </a:xfrm>
          <a:prstGeom prst="rect">
            <a:avLst/>
          </a:prstGeom>
          <a:solidFill>
            <a:srgbClr val="1E2A4A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97880" y="1737360"/>
            <a:ext cx="685800" cy="6858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978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Jackey Wang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2084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jackeyw@nvidia.com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3017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3456432"/>
            <a:ext cx="315468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833872" y="3502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3502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749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 &amp; API reference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4142232"/>
            <a:ext cx="3154680" cy="566928"/>
          </a:xfrm>
          <a:prstGeom prst="rect">
            <a:avLst/>
          </a:prstGeom>
          <a:solidFill>
            <a:srgbClr val="1E2A4A"/>
          </a:solidFill>
          <a:ln w="12700">
            <a:solidFill>
              <a:srgbClr val="16244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33872" y="4187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4187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Channel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4434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#J-Bot — questions &amp; feedback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Interconnect Shanghai  •  J-Bot v1.0  •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74320" y="182880"/>
            <a:ext cx="128016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1828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EASTER EGG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Demo: This Deck Was Built by J-Bot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2194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170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Teams Message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2377440" cy="1417320"/>
          </a:xfrm>
          <a:prstGeom prst="rect">
            <a:avLst/>
          </a:prstGeom>
          <a:solidFill>
            <a:srgbClr val="1E2A4A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1709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@jbot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011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launch email, PPT, Confluence page, and demo video for J-Bot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920240"/>
            <a:ext cx="548640" cy="457200"/>
          </a:xfrm>
          <a:prstGeom prst="rightArrow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2423160" cy="1143000"/>
          </a:xfrm>
          <a:prstGeom prst="rect">
            <a:avLst/>
          </a:prstGeom>
          <a:solidFill>
            <a:srgbClr val="1E2A4A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2423160" cy="5029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31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62272" y="11887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16276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HTML email in Outlook Drafts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2423160" cy="1143000"/>
          </a:xfrm>
          <a:prstGeom prst="rect">
            <a:avLst/>
          </a:prstGeom>
          <a:solidFill>
            <a:srgbClr val="1E2A4A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2423160" cy="5029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22592" y="11887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16276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9-slide deck with architecture diagrams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423160"/>
            <a:ext cx="2423160" cy="1143000"/>
          </a:xfrm>
          <a:prstGeom prst="rect">
            <a:avLst/>
          </a:prstGeom>
          <a:solidFill>
            <a:srgbClr val="1E2A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840480" y="2423160"/>
            <a:ext cx="242316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931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62272" y="251460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295351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docs under AI Initiatives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423160"/>
            <a:ext cx="2423160" cy="1143000"/>
          </a:xfrm>
          <a:prstGeom prst="rect">
            <a:avLst/>
          </a:prstGeom>
          <a:solidFill>
            <a:srgbClr val="1E2A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0" y="2423160"/>
            <a:ext cx="242316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92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22592" y="251460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295351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 Remotion video with Teams UI simulation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3977640"/>
            <a:ext cx="9144000" cy="822960"/>
          </a:xfrm>
          <a:prstGeom prst="rect">
            <a:avLst/>
          </a:prstGeom>
          <a:solidFill>
            <a:srgbClr val="162447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3977640"/>
            <a:ext cx="54864" cy="8229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432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parallel workers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50008" y="4069080"/>
            <a:ext cx="0" cy="6400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487168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enterprise systems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62856" y="4069080"/>
            <a:ext cx="0" cy="6400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700016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minutes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775704" y="4069080"/>
            <a:ext cx="0" cy="640080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912864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terminal switching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4964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🥚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J-Bot (Everyone's Jarvis) — Claude Code in Your Teams Chat</dc:title>
  <dc:subject>PptxGenJS Presentation</dc:subject>
  <dc:creator>Jackey Wang</dc:creator>
  <cp:lastModifiedBy>Jackey Wang</cp:lastModifiedBy>
  <cp:revision>1</cp:revision>
  <dcterms:created xsi:type="dcterms:W3CDTF">2026-03-24T02:35:24Z</dcterms:created>
  <dcterms:modified xsi:type="dcterms:W3CDTF">2026-03-24T02:35:24Z</dcterms:modified>
</cp:coreProperties>
</file>